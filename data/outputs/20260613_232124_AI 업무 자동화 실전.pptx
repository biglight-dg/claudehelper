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retendard"/>
              </a:rPr>
              <a:t>AI 업무 자동화 실전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749039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Pretendard"/>
              </a:rPr>
              <a:t>AI 기본기를 갖춘 실무자가 '내 반복 업무를 실제로 자동화'하는 5주 실전 과정. 자동화할 일을 찾는 눈부터 MCP·노코드·Agent 설계, 그리고 사례를 내 업무에 꽂아 설계서 한 장을 완성하기까지.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6263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  <a:latin typeface="Pretendard"/>
              </a:rPr>
              <a:t>AI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1주차: 업무 자동화 사고법 — 무엇을 자동화할지 찾는 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자동화는 도구가 아니라 '반복을 알아채는 눈'…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좋은 후보의 3신호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'아끼는 시간 × 횟수 &gt; 만드는 시간' 손익…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🎯 자동화하기 좋은 일의 3가지 신호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하루·일주일 업무를 쭉 적고 '이거 또 하네'…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표시한 일을 '입력 → 처리 → 출력'으로 쪼…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후보 1개를 골라 손익 공식으로 자동화 가치…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자동화는 도구가 아니라 '반복을 알아채는 눈'에서 시작함을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좋은 후보의 3신호(반복·규칙적·지루함)로 업무를 선별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'아끼는 시간 × 횟수 &gt; 만드는 시간' 손익 기준 세우기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🎯 자동화하기 좋은 일의 3가지 신호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신호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뜻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반복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같은 일을 자주 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매주 같은 보고서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규칙적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정해진 순서가 있음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메일 분류, 자료 정리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지루함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머리를 안 쓰는 단순 작업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데이터 옮겨 적기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하루·일주일 업무를 쭉 적고 '이거 또 하네' 표시하기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표시한 일을 '입력 → 처리 → 출력'으로 쪼개 처리단계 찾기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후보 1개를 골라 손익 공식으로 자동화 가치 따져보기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2주차: MCP로 도구 연결하기 — AI에게 손발 달기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MCP가 'AI와 외부 도구를 잇는 표준 멀티…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도구마다 제각각이던 연결을 하나의 규격으로 통…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'MCP로 연결됨 = AI가 그 도구를 직접…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🛠️ MCP로 할 수 있는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AI가 도구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이 교육 시스템의 Canva 연동처럼 'AI+…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자동화 후보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MCP가 'AI와 외부 도구를 잇는 표준 멀티탭'임을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도구마다 제각각이던 연결을 하나의 규격으로 통일한 가치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'MCP로 연결됨 = AI가 그 도구를 직접 쓸 수 있음'으로 해석하기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🛠️ MCP로 할 수 있는 일 (예시)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연결 대상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AI가 할 수 있게 되는 일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파일 시스템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내 문서 읽고 정리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디자인 도구(Canva 등)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슬라이드·이미지 제작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검색·웹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최신 정보 가져오기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캘린더·메일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일정 확인, 초안 작성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데이터베이스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자료 조회·정리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AI가 도구(파일·디자인·검색·캘린더)를 쓰면 좋을 내 업무 찾기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이 교육 시스템의 Canva 연동처럼 'AI+도구' 조합 상상해보기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자동화 후보(1주차)에 어떤 도구 연결이 필요한지 적기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3주차: 노코드 자동화 워크플로 — 코드 없이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노코드가 '블록을 끼워 만드는 자동화'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모든 자동화의 뼈대 '트리거 → 액션' 한 문…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규칙적 반복은 노코드, 판단·작성은 AI 에이…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🛠️ 노코드 vs AI 에이전트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자동화 후보를 '무엇이 일어나면 → 무엇을…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트리거-액션 여러 개를 이어 워크플로 한 줄기…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업무를 노코드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노코드가 '블록을 끼워 만드는 자동화'(레고)임을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모든 자동화의 뼈대 '트리거 → 액션' 한 문장을 직접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규칙적 반복은 노코드, 판단·작성은 AI 에이전트로 구분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🛠️ 노코드 vs AI 에이전트 — 무엇을 언제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노코드(Zapier 등)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AI 에이전트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잘하는 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정해진 규칙대로 반복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그때그때 판단·작성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성격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도미노(딱 정해진 흐름)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생각하는 일꾼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"메일 오면 표에 기록"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"이 메일들 분류해 요약해줘"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자동화 후보를 '무엇이 일어나면 → 무엇을 한다'로 적기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트리거-액션 여러 개를 이어 워크플로 한 줄기 그려보기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업무를 노코드(규칙)와 AI 에이전트(판단) 중 어디에 맡길지 판단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4주차: 자동화용 Agent 설계 — 나만의 AI 일꾼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Agent 설계가 '신입사원 인수인계'와 같음…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Agent 설계 5요소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한 번 정의해 '한마디로 재사용'하는 자동화…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📋 Agent 설계 5요소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자동화 후보를 5요소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'회의록 정리 Agent'처럼 내 업무 Age…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작게 시작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Agent 설계가 '신입사원 인수인계'와 같음을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Agent 설계 5요소(역할·목표·절차·도구·규칙) 직접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한 번 정의해 '한마디로 재사용'하는 자동화 이득 체득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📋 Agent 설계 5요소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요소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질문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누구처럼 일할까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"주간보고 정리 담당자"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목표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무엇을 이뤄야 하나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"팀원 진행상황 → 보고서"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절차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어떤 순서로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"수집 → 요약 → 양식 채우기"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도구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무엇을 쓸 수 있나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"팀 문서 폴더, 보고서 템플릿"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규칙·예외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지킬 선, 막힐 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"수치 없으면 빈칸+표시"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자동화 후보를 5요소(역할·목표·절차·도구·규칙)로 명세서화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'회의록 정리 Agent'처럼 내 업무 Agent 예시 한 장 만들기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작게 시작 — 첫 버전은 '단순 작업 하나'로 좁혀 정의하기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5주차: 자동화 사례 모음 — 내 업무에 꽂기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메일정리·보고서초안·자료조사·콘텐츠제작 4대…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모든 사례의 공통 뼈대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업무 1개로 '자동화 설계서 한 장' 완성…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🧪 실전 과제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4대 사례 중 내 업무와 가장 닮은 것 골라…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설계서 표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5주 과정 회고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메일정리·보고서초안·자료조사·콘텐츠제작 4대 사례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모든 사례의 공통 뼈대(트리거/절차 + 도구 + 사람 검수 지점)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업무 1개로 '자동화 설계서 한 장' 완성하기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🧪 실전 과제 — 나의 자동화 1개 설계하기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적기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자동화할 반복 업무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트리거(언제 시작)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액션/절차(무엇을)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필요한 도구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사람이 검수할 지점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4대 사례 중 내 업무와 가장 닮은 것 골라 변형해보기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설계서 표(반복업무·트리거·절차·도구·검수지점) 빈칸 채우기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5주 과정 회고 — 완성한 내 자동화 설계서 1개 공유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Pretendard"/>
              </a:rPr>
              <a:t>커리큘럼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1672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1.  1주차: 업무 자동화 사고법 — 무엇을 자동화할지 찾는 눈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2.  2주차: MCP로 도구 연결하기 — AI에게 손발 달기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3.  3주차: 노코드 자동화 워크플로 — 코드 없이 연결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4.  4주차: 자동화용 Agent 설계 — 나만의 AI 일꾼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5.  5주차: 자동화 사례 모음 — 내 업무에 꽂기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출처: AI 기본기를 갖춘 실무자가 '내 반복 업무를 실제로 자동화'하는 5주 실전 과정. 자동화할 일을 찾는 눈부터 MCP·노코드·Agent 설계, 그리고 사례를 내 업무에 꽂아 설계서 한 장을 완성하기까지.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업무 자동화 실전</dc:title>
  <dc:subject/>
  <dc:creator>AI 교육팀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