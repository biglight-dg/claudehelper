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Pretendard"/>
              </a:rPr>
              <a:t>이미지/동영상 제작 기초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749039"/>
            <a:ext cx="3044952" cy="0"/>
          </a:xfrm>
          <a:prstGeom prst="rect">
            <a:avLst/>
          </a:prstGeom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  <a:latin typeface="Pretendard"/>
              </a:rPr>
              <a:t>AI로 이미지를 만들고 영상으로 바꾸는 5주 완성 실전 과정. 프롬프트 작성법부터 최종 편집 영상까지.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152" y="62636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666666"/>
                </a:solidFill>
                <a:latin typeface="Pretendard"/>
              </a:rPr>
              <a:t>AI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1주차: AI 이미지 프롬프트 기초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프롬프트 5단계 공식 이해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Google Flow / Gemini로 이미지…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부분 수정 기능으로 결과물 다듬기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프롬프트 5단계 공식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5단계 공식으로 나만의 이미지 프롬프트 작성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Google Flow에서 이미지 생성 실습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부분 수정으로 원하는 결과 도출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프롬프트 5단계 공식 이해 (목적→스토리→도구→디테일→컬러/무드)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Google Flow / Gemini로 이미지 직접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부분 수정 기능으로 결과물 다듬기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프롬프트 5단계 공식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목적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Editorial Nature Photographer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스토리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20대 한국인 남성이 골든리트리버와 돌로미터 산정상에서 아래를 내려다보는 모습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만드는 도구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한셀블라드 35mm 렌즈, 자연광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디테일한 묘사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검정 가죽자켓, 청바지, 군용 백팩, 뒷모습, 빨간 목줄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컬러/무드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드라마틱한 분위기, 노을지는 봄 날씨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1주차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5단계 공식으로 나만의 이미지 프롬프트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Google Flow에서 이미지 생성 실습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부분 수정으로 원하는 결과 도출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2주차: 캐릭터 만들기 &amp; 이미지 합성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믹스보드로 일관된 캐릭터 이미지 생성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실사↔일러스트 스타일 변환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이미지 합성으로 마케팅 소재 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🧰 도구 비교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🔧 결과가 이상할 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믹스보드로 나만의 캐릭터 생성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캐릭터 + 배경 이미지 합성 실습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스타일 변형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믹스보드로 일관된 캐릭터 이미지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실사↔일러스트 스타일 변환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이미지 합성으로 마케팅 소재 제작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🧰 도구 비교 — 어떤 작업에 뭘 쓸까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작업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추천 도구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특징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이미지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Google 이미지(Nano Banana)·Midjourney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고품질, 빠름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캐릭터 일관성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믹스보드 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같은 인물 반복 생성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이미지→영상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Kling AI·Google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정지컷에 움직임 부여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영상 편집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CapCut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자막·BGM·트랜지션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🔧 결과가 이상할 때 — 증상별 처방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증상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원인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처방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손가락·얼굴이 이상함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AI의 고질적 약점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부분 수정 기능으로 재생성, 손은 가리는 구도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매번 다른 캐릭터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일관성 정보 부족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캐릭터 속성값(JSON) 고정해 재사용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원하는 분위기 안 나옴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프롬프트 막연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5단계 공식 + 컬러/무드 구체화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영상이 뚝뚝 끊김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움직임 과함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카메라 무브 단순하게, 속도 낮춤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톤이 제각각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기준 색·무드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전체 톤앤매너 먼저 정하고 시작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2주차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믹스보드로 나만의 캐릭터 생성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캐릭터 + 배경 이미지 합성 실습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스타일 변형 (실사→일러스트) 실습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3주차: 세계관 확장 &amp; 스토리보드 제작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캐릭터 속성값으로 JSON 프롬프트 추출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GPT로 스토리보드 9장 자동 생성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Image-to-Video 워크플로우 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4주차 커리큘럼 개요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추천 도구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Gems로 캐릭터 시트 만들기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GPT 활용 스토리보드 9장 생성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스토리보드 이미지 영상 클립 변환 계획 수립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캐릭터 속성값으로 JSON 프롬프트 추출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GPT로 스토리보드 9장 자동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Image-to-Video 워크플로우 이해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4주차 커리큘럼 개요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주차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Pretendard"/>
                        </a:rPr>
                        <a:t>주제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1주차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 이미지 생성 기초 (이미지→스토리보드)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2주차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AI 영상 제작 기초 (스토리보드→영상)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3주차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편집/합성 기초 (영상 편집 + 사운드)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4주차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22"/>
                          </a:solidFill>
                          <a:latin typeface="Pretendard"/>
                        </a:rPr>
                        <a:t>팀 프로젝트 발표 (제작 + 상영)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추천 도구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retendard"/>
                        </a:rPr>
                        <a:t>도구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retendard"/>
                        </a:rPr>
                        <a:t>용도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Google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이미지/영상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Kling AI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프롬프트 기반 영상 생성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Freepik / Nano Banana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보조 이미지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HiggsField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고품질 영상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Veo3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Google 최신 영상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ComfyUI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오픈소스 고급 워크플로우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CapCut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Pretendard"/>
                        </a:rPr>
                        <a:t>편집 (타임라인/자막/BGM)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3주차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Gems로 캐릭터 시트 만들기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GPT 활용 스토리보드 9장 생성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스토리보드 이미지 영상 클립 변환 계획 수립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4주차: Kling AI 영상 프롬프트 실습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Kling AI 5칸 공식 숙달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카메라 무브 6종 이해 및 활용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4가지 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Kling AI 프롬프트 5칸 공식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카메라 무브 종류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Kling AI 5칸 공식으로 씬 프롬프트 4…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카메라 무브별 결과 비교 실습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cinematic / warm / moody…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Kling AI 5칸 공식 숙달 (피사체→카메라→속도/분위기→시간→끝상태)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카메라 무브 6종 이해 및 활용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4가지 씬(캔들/텀블러/인물/향수) 영상 제작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Kling AI 프롬프트 5칸 공식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칸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예시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피사체 + 동작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하얀 캔들이 타오르는 모습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②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카메라 무브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dolly 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속도 + 분위기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slow motion, cinematic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④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재생시간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5초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끝 상태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불꽃이 크게 흔들리며 마무리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Pretendard"/>
              </a:rPr>
              <a:t>카메라 무브 종류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9167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종류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Pretendard"/>
                        </a:rPr>
                        <a:t>설명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static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dolly in / out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앞뒤로 이동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pan left / right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좌우 수평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tilt up / down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상하 각도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crane up /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위아래 이동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orbit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222222"/>
                          </a:solidFill>
                          <a:latin typeface="Pretendard"/>
                        </a:rPr>
                        <a:t>피사체 주위 회전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4주차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Kling AI 5칸 공식으로 씬 프롬프트 4개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카메라 무브별 결과 비교 실습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cinematic / warm / moody 분위기 차이 체험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>
                <a:solidFill>
                  <a:srgbClr val="CCCCCC"/>
                </a:solidFill>
                <a:latin typeface="Pretendar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5주차: CapCut 편집 &amp; 최종 영상 완성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한눈에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CapCut 타임라인 기본 편집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15~30초 MP4 완성 및 톤앤매너 일관성…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최종 결과물 발표 및 피드백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9144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9223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9223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7823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2100" b="0">
                <a:solidFill>
                  <a:srgbClr val="222222"/>
                </a:solidFill>
                <a:latin typeface="Pretendard"/>
              </a:rPr>
              <a:t>·  핵심 개념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9728" y="39547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66666"/>
                </a:solidFill>
                <a:latin typeface="Pretendard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9807" y="2240280"/>
            <a:ext cx="3270504" cy="4069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9807" y="2404872"/>
            <a:ext cx="32705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Pretendard"/>
              </a:rPr>
              <a:t>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8408" y="3154680"/>
            <a:ext cx="2813304" cy="2971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CapCut으로 클립 타임라인 편집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자막 + BGM 추가</a:t>
            </a:r>
          </a:p>
          <a:p>
            <a:pPr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</a:pPr>
            <a:r>
              <a:rPr sz="1900" b="0">
                <a:solidFill>
                  <a:srgbClr val="222222"/>
                </a:solidFill>
                <a:latin typeface="Pretendard"/>
              </a:rPr>
              <a:t>·  최종 MP4 내보내기 및 공유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이번 주차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CapCut 타임라인 기본 편집 (트랜지션/자막/BGM)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7976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617976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617976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15~30초 MP4 완성 및 톤앤매너 일관성 점검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87112"/>
            <a:ext cx="11091672" cy="126796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087112"/>
            <a:ext cx="914400" cy="126796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5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087112"/>
            <a:ext cx="9628632" cy="1267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  <a:latin typeface="Pretendard"/>
              </a:rPr>
              <a:t>최종 결과물 발표 및 피드백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Pretendard"/>
              </a:rPr>
              <a:t>5주차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retendard"/>
              </a:rPr>
              <a:t>실습 활동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8840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48840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CapCut으로 클립 타임라인 편집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50692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50692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50692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자막 + BGM 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52544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352544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52544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최종 MP4 내보내기 및 공유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54396"/>
            <a:ext cx="11091672" cy="900684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454396"/>
            <a:ext cx="914400" cy="90068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454396"/>
            <a:ext cx="9628632" cy="9006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Pretendard"/>
              </a:rPr>
              <a:t>[자기점검] 5주 체크리스트 — ①프롬프트 5단계로 이미지를 만들 수 있다 ②캐릭터를 일관되게 유지할 수…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Pretendard"/>
              </a:rPr>
              <a:t>커리큘럼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1672" cy="0"/>
          </a:xfrm>
          <a:prstGeom prst="rect">
            <a:avLst/>
          </a:prstGeom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1672" cy="466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1.  1주차: AI 이미지 프롬프트 기초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2.  2주차: 캐릭터 만들기 &amp; 이미지 합성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3.  3주차: 세계관 확장 &amp; 스토리보드 제작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4.  4주차: Kling AI 영상 프롬프트 실습</a:t>
            </a:r>
          </a:p>
          <a:p>
            <a:pPr algn="l">
              <a:lnSpc>
                <a:spcPct val="115000"/>
              </a:lnSpc>
              <a:spcBef>
                <a:spcPts val="2994"/>
              </a:spcBef>
              <a:spcAft>
                <a:spcPts val="0"/>
              </a:spcAft>
            </a:pPr>
            <a:r>
              <a:rPr sz="2500" b="0">
                <a:solidFill>
                  <a:srgbClr val="222222"/>
                </a:solidFill>
                <a:latin typeface="Pretendard"/>
              </a:rPr>
              <a:t>5.  5주차: CapCut 편집 &amp; 최종 영상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Pretendard"/>
              </a:rPr>
              <a:t>출처: AI로 이미지를 만들고 영상으로 바꾸는 5주 완성 실전 과정. 프롬프트 작성법부터 최종 편집 영상까지.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이미지/동영상 제작 기초</dc:title>
  <dc:subject/>
  <dc:creator>AI 교육팀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