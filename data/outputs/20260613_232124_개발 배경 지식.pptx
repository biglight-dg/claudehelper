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5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Pretendard"/>
              </a:rPr>
              <a:t>개발 배경 지식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749039"/>
            <a:ext cx="3044952" cy="0"/>
          </a:xfrm>
          <a:prstGeom prst="rect">
            <a:avLst/>
          </a:prstGeom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  <a:latin typeface="Pretendard"/>
              </a:rPr>
              <a:t>코드를 직접 짜지 않는 실무자가 개발자·AI와 막힘없이 소통하기 위한 6주 교양 과정. 클라이언트/서버부터 API·웹 구조·언어·Git까지, '직접 만들진 않아도 알아듣는' 개발 감각을 비유로 익힌다.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6263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66666"/>
                </a:solidFill>
                <a:latin typeface="Pretendard"/>
              </a:rPr>
              <a:t>AI 교육팀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1주차: 클라이언트와 서버 — 인터넷은 어떻게 동작하나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클라이언트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서버도 '늘 켜져 여러 손님을 받는 컴퓨터'일…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'클라우드 = 남의 서버 빌려 쓰기'라는 감각…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🖥️ 서버는 특별한 컴퓨터일까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내가 매일 쓰는 서비스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'요청 → 응답' 왕복을 식당 주문에 빗대 직…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 파일이 어느 서버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클라이언트(손님)·서버(주방)·요청·응답의 식당 구조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서버도 '늘 켜져 여러 손님을 받는 컴퓨터'일 뿐임을 파악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'클라우드 = 남의 서버 빌려 쓰기'라는 감각 잡기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🖥️ 서버는 특별한 컴퓨터일까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클라이언트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서버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역할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요청하는 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응답하는 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비유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손님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주방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내 브라우저·앱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유튜브·네이버 컴퓨터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상태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필요할 때 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늘 켜져 있음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내가 매일 쓰는 서비스(유튜브·네이버 등)에서 클라이언트와 서버 짚어보기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'요청 → 응답' 왕복을 식당 주문에 빗대 직접 설명해보기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 파일이 어느 서버(클라우드)에 저장되는지 떠올려 적기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2주차: API와 REST API — 프로그램끼리 대화하는 창구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API가 '프로그램 간 정해진 주문 창구'임을…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REST API의 4동작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데이터가 주로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🌐 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'카카오 로그인·지도·날씨' 등 내가 본 AP…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GET/POST/PUT/DELETE를 식당 주…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간단한 JSON 메모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API가 '프로그램 간 정해진 주문 창구'임을 이해 (콘센트 비유)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REST API의 4동작(GET·POST·PUT·DELETE)을 식당 비유로 파악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데이터가 주로 JSON(이름:값 메모)으로 오감을 알기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🌐 REST API — 가장 흔한 API 방식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동작 단어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뜻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식당 비유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가져오기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"메뉴 보여줘"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POST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새로 만들기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"주문 넣을게"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수정하기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"주문 바꿀게"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DELETE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삭제하기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"주문 취소"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'카카오 로그인·지도·날씨' 등 내가 본 API 연결 사례 찾기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GET/POST/PUT/DELETE를 식당 주문 상황으로 짝지어보기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간단한 JSON 메모(도시:서울, 날씨:맑음) 직접 써보기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3주차: HTML·CSS·JavaScript — 웹페이지 3요소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웹페이지가 HTML(뼈대)·CSS(디자인)·J…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HTML이 마크다운의 사촌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'내용·디자인·동작' 영역을 구분해 정확히 요…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🏠 웹페이지는 '집' 한 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익숙한 웹페이지 하나를 HTML·CSS·JS…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'이 페이지 색만 바꿔줘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마크다운 #제목과 HTML &lt;h1&gt;제목 비교해…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웹페이지가 HTML(뼈대)·CSS(디자인)·JS(동작) 세 재료로 됨을 이해 (집 비유)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HTML이 마크다운의 사촌 — 태그로 구조를 표시함을 파악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'내용·디자인·동작' 영역을 구분해 정확히 요청·소통하기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🏠 웹페이지는 '집' 한 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재료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역할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집 비유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HTML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뼈대·내용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벽·기둥·방 배치 (골조)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CSS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꾸미기·디자인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페인트·벽지·가구 (인테리어)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JavaScript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움직임·기능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전등 스위치·자동문 (전기설비)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익숙한 웹페이지 하나를 HTML·CSS·JS 세 영역으로 나눠보기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'이 페이지 색만 바꿔줘(CSS)'처럼 영역을 콕 집어 요청문 만들기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마크다운 #제목과 HTML &lt;h1&gt;제목 비교해 사촌관계 확인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4주차: 프로그래밍 언어 둘러보기 — Python·Java·JS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언어가 여러 개인 이유(목적별로 다름)를 이해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Python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가장 흔한 오해 'Java ≠ JavaScri…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📊 한눈에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'이 일엔 보통 이 언어'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Java와 JavaScript의 차이를 '인도…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AI에게 자동화를 부탁하면 왜 주로 Pytho…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언어가 여러 개인 이유(목적별로 다름)를 이해 — 만능 1등은 없음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Python(AI·자동화)·Java(대규모)·JS/Node(웹)의 대표 분야 구분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가장 흔한 오해 'Java ≠ JavaScript' 확실히 정리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📊 한눈에 비교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언어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난이도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대표 분야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비유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Python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쉬움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AI·데이터·자동화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자전거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Java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어려움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기업·은행·안드로이드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대형 트럭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JavaScript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보통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웹 화면·동작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집 안 만능 도구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Node.js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보통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웹 서버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그 도구를 집 밖에서도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'이 일엔 보통 이 언어' — 업무 상황별로 언어 짝지어보기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Java와 JavaScript의 차이를 '인도 vs 인도네시아'로 설명해보기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AI에게 자동화를 부탁하면 왜 주로 Python으로 짜주는지 정리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5주차: Git과 GitHub — 버전 관리와 협업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Git이 '게임 세이브' 같은 변경 기록·되돌…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GitHub이 'Git 결과물을 올려 함께 작…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'최종_진짜최종' 혼란을 버전 관리로 푸는 발…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☁️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 폴더의 '최종_v3' 파일들을 찾아 버전…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Git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관심 AI 도구의 GitHub 페이지에 들어가…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Git이 '게임 세이브' 같은 변경 기록·되돌리기 도구임을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GitHub이 'Git 결과물을 올려 함께 작업하는 온라인 작업실'임을 파악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'최종_진짜최종' 혼란을 버전 관리로 푸는 발상 체득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☁️ GitHub — Git을 위한 '공유 클라우드'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Git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GitHub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정체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도구(프로그램)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웹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역할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변경 기록·되돌리기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온라인 공유·협업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위치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내 컴퓨터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인터넷(클라우드)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비유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게임 세이브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공유 작업실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 폴더의 '최종_v3' 파일들을 찾아 버전 관리 필요성 체감하기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Git(세이브)과 GitHub(공유 작업실)의 역할 차이 표로 정리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관심 AI 도구의 GitHub 페이지에 들어가 무슨 프로젝트인지 읽어보기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6주차: 비개발자 개발 용어 사전 — 한 장 정리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6주차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회의에서 자주 나오는 개발 용어를 비유로 한…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용어를 '외우는 것'이 아니라 '찾아보는 사전…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낯선 용어를 만나도 '어느 영역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🧩 프로그램을 이루는 것들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🗄️ 데이터와 저장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지난 5주에 나온 용어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최근 회의·메일에서 막혔던 용어 3개를 골라…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나만의 '자주 쓰는 용어 메모' 한 장 만들어…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6주차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회의에서 자주 나오는 개발 용어를 비유로 한 번에 정리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용어를 '외우는 것'이 아니라 '찾아보는 사전'으로 활용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낯선 용어를 만나도 '어느 영역(저장·웹·AI) 이야기인지' 알아채기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6주차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🧩 프로그램을 이루는 것들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용어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한 줄 뜻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비유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코드(Code)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컴퓨터에 내리는 명령문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요리 레시피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라이브러리(Library)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미리 만들어진 기능 모음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반조리 식품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프레임워크(Framework)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개발의 뼈대·틀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조립식 가구 키트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버그(Bug)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프로그램의 오류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레시피의 오타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디버깅(Debugging)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버그 잡기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오타 찾아 고치기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6주차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🗄️ 데이터와 저장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용어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한 줄 뜻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비유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데이터베이스(DB)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정보를 체계적으로 모은 창고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거대한 엑셀·서랍장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쿼리(Query)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DB에 던지는 질문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"30대 고객만 뽑아줘"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이름:값으로 적은 데이터 서식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깔끔한 메모지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캐시(Cache)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자주 쓰는 걸 미리 저장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자주 쓰는 양념 손앞에 두기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6주차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지난 5주에 나온 용어(서버·API·HTML…)를 사전에서 다시 찾아 복습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최근 회의·메일에서 막혔던 용어 3개를 골라 사전에서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나만의 '자주 쓰는 용어 메모' 한 장 만들어 책상에 붙이기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Pretendard"/>
              </a:rPr>
              <a:t>커리큘럼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1672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2031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1.  1주차: 클라이언트와 서버 — 인터넷은 어떻게 동작하나</a:t>
            </a:r>
          </a:p>
          <a:p>
            <a:pPr algn="l">
              <a:lnSpc>
                <a:spcPct val="115000"/>
              </a:lnSpc>
              <a:spcBef>
                <a:spcPts val="2031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2.  2주차: API와 REST API — 프로그램끼리 대화하는 창구</a:t>
            </a:r>
          </a:p>
          <a:p>
            <a:pPr algn="l">
              <a:lnSpc>
                <a:spcPct val="115000"/>
              </a:lnSpc>
              <a:spcBef>
                <a:spcPts val="2031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3.  3주차: HTML·CSS·JavaScript — 웹페이지 3요소</a:t>
            </a:r>
          </a:p>
          <a:p>
            <a:pPr algn="l">
              <a:lnSpc>
                <a:spcPct val="115000"/>
              </a:lnSpc>
              <a:spcBef>
                <a:spcPts val="2031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4.  4주차: 프로그래밍 언어 둘러보기 — Python·Java·JS</a:t>
            </a:r>
          </a:p>
          <a:p>
            <a:pPr algn="l">
              <a:lnSpc>
                <a:spcPct val="115000"/>
              </a:lnSpc>
              <a:spcBef>
                <a:spcPts val="2031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5.  5주차: Git과 GitHub — 버전 관리와 협업</a:t>
            </a:r>
          </a:p>
          <a:p>
            <a:pPr algn="l">
              <a:lnSpc>
                <a:spcPct val="115000"/>
              </a:lnSpc>
              <a:spcBef>
                <a:spcPts val="2031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6.  6주차: 비개발자 개발 용어 사전 — 한 장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출처: 코드를 직접 짜지 않는 실무자가 개발자·AI와 막힘없이 소통하기 위한 6주 교양 과정. 클라이언트/서버부터 API·웹 구조·언어·Git까지, '직접 만들진 않아도 알아듣는' 개발 감각을 비유로 익힌다.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 배경 지식</dc:title>
  <dc:subject/>
  <dc:creator>AI 교육팀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