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retendard"/>
              </a:rPr>
              <a:t>AI 멋지게 사용하기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749039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Pretendard"/>
              </a:rPr>
              <a:t>이미 AI를 써본 실무자가 '대충 쓰기'에서 '잘 쓰기'를 넘어 '자동화'까지 가는 10주 과정. [Part A · 1~6주] 프롬프트 4기둥·업무 마크다운·토큰 절약 기본기 + GPTs·Gem·Claude Code·.md 지침 도구 실전. [Part B · 7~10주] 클로드 코드를 자동화 엔진으로 — CLAUDE.md(운영 계약서)·Hook(강제 가드레일)·Skill(반복 자동화)·Plugin(패키징·공유)으로 같은 AI를 '제대로 부려 쓰는' 단계까지 끌어올린다.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6263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  <a:latin typeface="Pretendard"/>
              </a:rPr>
              <a:t>AI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>
                <a:solidFill>
                  <a:srgbClr val="FFFFFF"/>
                </a:solidFill>
                <a:latin typeface="Pretendard"/>
              </a:rPr>
              <a:t>PART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383280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CCCCCC"/>
                </a:solidFill>
                <a:latin typeface="Pretendard"/>
              </a:rPr>
              <a:t>AI 잘 쓰기 기본기와 도구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Pretendard"/>
              </a:rPr>
              <a:t>1~6주차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1주차: 프롬프트 잘 쓰는 법 — 역·맥·예·형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프롬프트가 'AI에게 보내는 부탁의 말'임을…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좋은 프롬프트의 4기둥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한 방에 끝내지 않고 '대화로 다듬기'를 습관화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🧱 좋은 프롬프트의 4기둥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업무의 막연한 프롬프트 하나를 역·맥·예·…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같은 요청을 '나쁜 예 → 좋은 예'로 바꿔…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AI 답변을 '더 짧게/다른 톤으로' 3번 이…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프롬프트가 'AI에게 보내는 부탁의 말'임을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좋은 프롬프트의 4기둥(역할·맥락·예시·형식) 직접 적용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한 방에 끝내지 않고 '대화로 다듬기'를 습관화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🧱 좋은 프롬프트의 4기둥 (역·맥·예·형)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기둥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무엇을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AI에게 입장 부여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"너는 10년차 카피라이터야"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맥락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상황·배경 설명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"30대 직장인 대상 뉴스레터고…"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원하는 결과 샘플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"이런 톤으로: (예시 문장)"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형식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출력 모양 지정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"표로, 5줄 이내, 마크다운으로"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업무의 막연한 프롬프트 하나를 역·맥·예·형으로 다시 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같은 요청을 '나쁜 예 → 좋은 예'로 바꿔 결과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AI 답변을 '더 짧게/다른 톤으로' 3번 이어 다듬어보기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2주차: 업무 문서, 마크다운으로 깔끔하게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업무에서 가장 많이 쓰는 마크다운 5블록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회의록 템플릿을 만들어 재사용하는 습관 들이기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'거친 메모는 사람, 정리는 AI' 협업 흐름…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📝 다시 짚기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📋 업무에서 가장 많이 쓰는 5블록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업무용 회의록/보고서 마크다운 템플릿 한…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오늘 회의의 거친 메모를 AI에게 템플릿대로…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정리된 마크다운을 실제 문서 도구에 붙여 서식…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업무에서 가장 많이 쓰는 마크다운 5블록(제목·체크리스트·표·인용·굵게) 숙지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회의록 템플릿을 만들어 재사용하는 습관 들이기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'거친 메모는 사람, 정리는 AI' 협업 흐름 체득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📝 다시 짚기 — 마크다운(문법) vs .md 파일(그릇)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정체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업무에서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마크다운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서식을 만드는 글쓰기 규칙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"굵게는 , 제목은 #" 같은 작성법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.md 파일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 규칙으로 쓴 파일(그릇)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회의록.md, 기획안.md 처럼 저장·전달하는 결과물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.docx 파일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워드로 만든 파일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서식은 풍부하지만 옮기면 잘 깨지고 AI가 다루기 무거움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📋 업무에서 가장 많이 쓰는 5블록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블록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문법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언제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제목 계층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# ## ###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문서 구조 나누기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체크리스트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- [ ] 할 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회의 액션 아이템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\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항목 \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인용 박스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&gt; 결정사항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중요 메모 강조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업무용 회의록/보고서 마크다운 템플릿 한 장 만들기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오늘 회의의 거친 메모를 AI에게 템플릿대로 정리시키기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정리된 마크다운을 실제 문서 도구에 붙여 서식 유지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3주차: 토큰·컨텍스트 아끼기 — 빠르고 싸게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토큰이 AI 요금·속도의 기준 단위임을 이해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컨텍스트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토큰·컨텍스트 절약 습관을 내 사용 패턴에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✂️ 토큰·컨텍스트 아끼는 7가지 습관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새 주제는 새 대화로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긴 자료를 '요약본+형식 지정'으로 바꿔 같은…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'짧게 vs 충분히' 균형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토큰이 AI 요금·속도의 기준 단위임을 이해 (보낸 글+받은 글 모두 계산)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컨텍스트(책상 비유)가 길어지면 잊고·느려지고·비싸진다는 원리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토큰·컨텍스트 절약 습관을 내 사용 패턴에 적용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✂️ 토큰·컨텍스트 아끼는 7가지 습관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retendard"/>
                        </a:rPr>
                        <a:t>습관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retendard"/>
                        </a:rPr>
                        <a:t>이유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1. 새 주제는 새 대화로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책상을 비우고 시작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2. 필요 없는 긴 자료 붙여넣기 자제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미터기 절약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3. "3줄로", "표로" 형식 지정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답이 짧아짐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4. 긴 문서는 요약본으로 전달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핵심만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5. 대화가 길어지면 중간 요약 후 새로 시작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책상 정리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6. 같은 질문 반복 금지 (위로 스크롤)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중복 비용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7. 정말 필요한 자료만 그때그때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처음부터 다 넣지 않기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새 주제는 새 대화로 — 내 대화 습관 점검하고 규칙 정하기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긴 자료를 '요약본+형식 지정'으로 바꿔 같은 결과 더 짧게 받기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'짧게 vs 충분히' 균형 — 내 업무 요청의 적정 정보량 찾기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4주차: GPTs·Gem 실전 — 나만의 업무 비서 만들기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맞춤 챗봇 만들기 5단계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'주간보고 비서'를 예시로 좋은 지시문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GPTs·Gem의 차이를 알고 내 업무에 맞는…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🧱 맞춤 챗봇 만들기 5단계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✍️ 핵심은 2단계 '지시문'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반복 업무 1개로 '주간보고 비서'처럼 맞…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지시문을 '나쁜 예→좋은 예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실제 자료를 넣어 테스트 → 부족한 규칙을 지…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맞춤 챗봇 만들기 5단계(이름→지시문→참고자료→테스트→공유) 숙지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'주간보고 비서'를 예시로 좋은 지시문(역·맥·예·형) 직접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GPTs·Gem의 차이를 알고 내 업무에 맞는 쪽 선택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🧱 맞춤 챗봇 만들기 5단계 (GPTs 기준)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무엇을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우리 예시 "주간보고 비서"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1. 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챗봇 이름 정하기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"주간보고 도우미"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2. 지시문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역할·규칙을 글로 적기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"너는 우리 팀 주간보고 담당자야…"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3. 참고자료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양식·예시 파일 올리기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지난 주간보고 .md 1장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4. 테스트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실제로 시켜보고 다듬기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이번 주 메모를 넣어 결과 확인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5. 공유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팀원에게 링크 전달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팀 채널에 공유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✍️ 핵심은 2단계 '지시문' — 좋은 예 vs 나쁜 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지시문 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❌ 나쁜 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"주간보고 잘 써줘"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✅ 좋은 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"너는 우리 팀 주간보고 담당자야(역할). 5명 팀의 주간 진행상황을 받아(맥락), '완료/진행중/예정' 3구획으로 나눠(형식), 각 항목은 한 줄로(형식), 존댓말로 정리해줘. 수치가 없으면 '(확인 필요)'로 표시해(규칙)."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반복 업무 1개로 '주간보고 비서'처럼 맞춤 챗봇 직접 만들기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지시문을 '나쁜 예→좋은 예(역·맥·예·형)'로 고쳐 결과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실제 자료를 넣어 테스트 → 부족한 규칙을 지시문에 추가 → 팀원에 공유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5주차: Claude Code 실전 — 설치부터 한국어 명령·Plan Mode까지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클로드 코드를 직접 설치하고 첫 실행까지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평범한 한국어 명령으로 실제 작업 시키기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권한 4단계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💳 먼저, 구독 플랜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🖥️ 두 가지 사용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네이티브 설치 + Git 안전망으로 클로드 코…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'inbox 폴더 메모를 회의록 .md로 정리…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Plan Mode로 먼저 계획 → 클로드의 되…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클로드 코드를 직접 설치하고 첫 실행까지 (네이티브 권장 + claude doctor)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50692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50692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50692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평범한 한국어 명령으로 실제 작업 시키기 (입력→결과 감 잡기)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52544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52544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권한 4단계(Ask·Edit·Plan·Bypass)로 AI 자율성을 안전하게 조절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54396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454396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54396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복잡한 작업은 Plan Mode로 설계도부터 — 시간·토큰 절약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💳 먼저, 구독 플랜 — 클로드 코드는 유료 전용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플랜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가격(월)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누구에게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Free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클로드 코드 사용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Pro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$20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입문자, 첫 실습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Max (권장)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$100+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본격 사용·고사용량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🖥️ 두 가지 사용 방법 — 터미널 vs 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방법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무엇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추천 대상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터미널(CLI)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검은 화면에 claude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가볍고 빠름, 익숙한 사람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IDE 플러그인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VS Code 등 안에서 사용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터미널이 낯선 초보자에게 추천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네이티브 설치 + Git 안전망으로 클로드 코드 첫 실행, claude doctor로 점검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50692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50692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50692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'inbox 폴더 메모를 회의록 .md로 정리해줘' 같은 한국어 명령 직접 시켜보기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52544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52544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Plan Mode로 먼저 계획 → 클로드의 되묻기 답변 → Edit 모드로 실행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54396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454396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54396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내 작업 위험도에 맞는 권한 모드 고르기 (학습=Ask, 일상=Edit)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6주차: AI 지침과 .md 파일 활용법 — AI에게 사규 만들어주기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마크다운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좋은 지침 파일 4요소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CLAUDE.md·settings.json 등…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🔁 다시, 마크다운 vs .md 파일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🧱 좋은 지침 파일의 4요소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내가 AI에게 매번 반복하던 설명을 떠올려 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샘플 'CLAUDE.md'처럼 역할·형식·금지…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/init으로 CLAUDE.md 초안 자동 생…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마크다운(쓰는 법)·.md(파일)·AI 지침 .md(AI에게 주는 사규)의 차이 최종 정리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50692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50692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50692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좋은 지침 파일 4요소(역할·형식·금지·산출물) 직접 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52544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52544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CLAUDE.md·settings.json 등 .claude 디렉터리(클로드의 두뇌실) 구조 이해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54396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454396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54396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/init으로 지침 자동 생성, .local로 개인 설정 분리하는 법 알기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🔁 다시, 마크다운 vs .md 파일 — 최종 정리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정체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한마디로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마크다운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글쓰기 방식(문법)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"쓰는 법"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.md 파일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그 방식으로 쓴 파일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"저장된 결과물"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 지침 .md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AI가 읽고 따르는 .md 파일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"AI에게 주는 사규"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🧱 좋은 지침 파일의 4요소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요소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무엇을 적나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AI를 누구로 둘지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"보고서 정리 담당자"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형식·말투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출력 모양과 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"존댓말, 마크다운, 3단 구성"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금지·규칙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하지 말아야 할 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"추측 수치 금지"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산출물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최종 결과 형태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".md 한 장"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6주차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내가 AI에게 매번 반복하던 설명을 떠올려 지침 .md 한 장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50692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50692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50692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샘플 'CLAUDE.md'처럼 역할·형식·금지·산출물 4요소로 채우기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52544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52544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/init으로 CLAUDE.md 초안 자동 생성 → 내 규칙으로 다듬기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54396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454396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54396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지침 .md(사람용)와 settings.json(기계용) 차이 구분해보기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>
                <a:solidFill>
                  <a:srgbClr val="FFFFFF"/>
                </a:solidFill>
                <a:latin typeface="Pretendard"/>
              </a:rPr>
              <a:t>PART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383280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CCCCCC"/>
                </a:solidFill>
                <a:latin typeface="Pretendard"/>
              </a:rPr>
              <a:t>클로드 코드 자동화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Pretendard"/>
              </a:rPr>
              <a:t>7~10주차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7주차: CLAUDE.md와 컨텍스트 — AI에게 '운영 계약서' 쥐여주기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7주차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CLAUDE.md가 '매번 자동 주입되는 프로…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왜 200~500줄 '운영 계약서'여야 하는지…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5개 섹션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📜 지식창고가 아니라 '운영 계약서'다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🧱 좋은 CLAUDE.md의 5개 섹션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프로젝트에 빈 CLAUDE.md를 만들고…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매번 반복 설명하던 규칙을 5개 섹션 틀에 배…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'배의 항로' 비유로, 내 작업이 단거리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7주차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CLAUDE.md가 '매번 자동 주입되는 프로젝트별 system prompt'임을 이해 (사규 비유)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왜 200~500줄 '운영 계약서'여야 하는지 파악 — 위키처럼 쓰면 안 되는 이유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5개 섹션(Context·Build·Boundaries·Safety·Style) + 중요한 규칙을 맨 위…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7주차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📜 지식창고가 아니라 '운영 계약서'다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✗ 자주 하는 실수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✓ 올바른 사용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분량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10,000단어 위키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200~500줄 이내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성격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모든 지식 저장소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운영 계약서(움직이는 규칙)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내용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오래된 규칙 누적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매번 같은 기준이 되는 핵심만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7주차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🧱 좋은 CLAUDE.md의 5개 섹션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순서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섹션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무엇을 적나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Project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무엇을 만드는 프로젝트인가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Build &amp; Test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빌드·실행·테스트 명령어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Boundaries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절대 건드리지 말 것 (DB·결제·인증)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작업 전 사용자 확인이 필요한 항목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Style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말투·코드 스타일·출력 형식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7주차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프로젝트에 빈 CLAUDE.md를 만들고 Project Context·Style 두 줄만 먼저 적기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매번 반복 설명하던 규칙을 5개 섹션 틀에 배치해보기 (가장 중요한 건 맨 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'배의 항로' 비유로, 내 작업이 단거리(짧은 대화)인지 대서양 횡단(긴 자동화)인지 가늠하기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8주차: Hook — '부탁' 대신 '강제'로 거는 자동 가드레일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8주차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Hook이 '도구 호출 전후에 강제 실행되는…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CLAUDE.md(부탁)와 Hook(강제)의…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이벤트 3빈도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⚖️ CLAUDE.md vs Hook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⏱️ 이벤트는 3가지 '빈도'로 발생한다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 작업 중 '절대 자동 실행되면 안 되는'…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매번 손으로 하던 후처리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'부탁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8주차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Hook이 '도구 호출 전후에 강제 실행되는 결정론적 핸들러'임을 이해 (Git pre-commit 비유)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CLAUDE.md(부탁)와 Hook(강제)의 차이 — exit 2로 위험 명령을 물리적으로 차단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이벤트 3빈도(세션당·턴당·도구 호출마다)와 settings.json 3단 구조(이벤트→매처→훅) 파악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8주차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⚖️ CLAUDE.md vs Hook — 부탁 vs 강제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[[20260613_클로드 코드 CLAUDE.md와 컨텍스트]] · 부탁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Hook · 강제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성격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"rm -rf 실행하지 마" 적어둬도 무시 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물리적으로 실행 차단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작동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 지능에 의존 · 확률적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결정론적 · 실행 보장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위험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실수 시 복구 비용 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가드레일 + 자동 후처리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8주차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⏱️ 이벤트는 3가지 '빈도'로 발생한다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빈도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이벤트 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세션당 1회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SessionStart · SessionEnd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턴당 1회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UserPromptSubmit · Stop · StopFailure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도구 호출마다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PreToolUse · PostToolUse · PermissionRequest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8주차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 작업 중 '절대 자동 실행되면 안 되는' 명령을 떠올려 PreToolUse 차단 시나리오 적기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매번 손으로 하던 후처리(저장 후 정리·완료 알림)를 PostToolUse·Stop으로 옮겨보기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'부탁(CLAUDE.md)이면 충분 vs 강제(Hook)가 필요'를 기준으로 내 규칙들 분류하기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9주차: Skill — 반복 업무를 자동화하는 가장 경제적인 단위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9주차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Skill이 '절차서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SKILL.md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제작 7단계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🧰 Skill 구조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⚡ Skill vs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내가 매주/매일 똑같이 반복하는 업무 1개를…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표준 프롬프트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추천 시작 스킬 5선 중 내 업무에 가장 가까…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9주차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Skill이 '절차서(SOP)+스크립트 묶음'이며 Sub Agent(작업자)와 다름을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SKILL.md(필수)+scripts·references·assets(선택) 구조와 'frontmatte…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제작 7단계(반복 개선)와 'fresh session 테스트→실패 반영' 루프, 요청 프롬프트 4키워드…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9주차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🧰 Skill 구조 — 지휘자 + 도구함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요소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역할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비유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SKILL.md (필수)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절차서 — 무엇을, 어떤 순서로, 어떻게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🎼 지휘자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scripts/ (선택)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실제 작업 실행 — API·파일 처리, 매번 동일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🎷 연주자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references/ (선택)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가이드·톤·사례, 필요할 때 불러 읽는 지식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📚 참조 자료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assets/ (선택)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템플릿·이미지·폰트·로고, 산출물에 그대로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🖼 정적 파일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9주차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⚡ Skill vs MCP — 토큰 효율 차이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방식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대화 시작 시 점유 토큰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특징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MCP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도구 전체를 미리 로드 (큰 통째 로드)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대화 시작 전부터 컨텍스트를 크게 차지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Skill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frontmatter(요약)만 먼저 로드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본문은 호출 시점에만 로드 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9주차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내가 매주/매일 똑같이 반복하는 업무 1개를 골라 번호 매긴 체크리스트(SOP)로 적기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표준 프롬프트('skill that does X … test in fresh … update on fai…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추천 시작 스킬 5선 중 내 업무에 가장 가까운 것 하나 골라 적용 계획 세우기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10주차: Plugin — 스킬·훅·MCP를 한 패키지로 묶어 공유하기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10주차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플러그인이 '스킬·훅·MCP·에이전트를 묶는…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독립 설정(.claude/)과 플러그인의 차이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plugin.json 매니페스트와 '올바른 폴…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⚖️ 독립 설정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🔌 실전에서 자주 쓰는 플러그인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내가 .claude/에 만든 스킬·훅이 있다면…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혼자 실험 단계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Superpowers·gstack 같은 기성…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10주차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플러그인이 '스킬·훅·MCP·에이전트를 묶는 확장 단위'임을 이해 (앱 묶음 설치 비유)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독립 설정(.claude/)과 플러그인의 차이 — 개인 실험 vs 팀 공유·버전 관리·자동 네임스페이싱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plugin.json 매니페스트와 '올바른 폴더 위치=인식 조건' 규칙 파악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10주차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⚖️ 독립 설정(.claude/) vs 플러그인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.claude/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플러그인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스킬 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/hello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/plugin-name:hello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적합한 용도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개인 워크플로 · 빠른 실험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팀 공유 · 버전 관리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공유 방식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수동 복사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마켓플레이스 설치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네임스페이스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없음 · 충돌 가능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자동 네임스페이싱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10주차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🔌 실전에서 자주 쓰는 플러그인 예시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플러그인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성격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포함/제공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Superpowers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종합 생산성 번들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코드 리뷰·테스트 자동화 스킬, 파일 보호·lint 훅, 리서치·디버깅 서브에이전트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9431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gstack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Git 워크플로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/gstack:new(새 스택), /gstack:submit(다단 PR), /gstack:sync(메인 반영)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10주차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내가 .claude/에 만든 스킬·훅이 있다면 '팀과 공유하려면?' 관점에서 플러그인 후보 적기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혼자 실험 단계(.claude/)인지 공유 단계(플러그인)인지 내 작업을 구분해보기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Superpowers·gstack 같은 기성 플러그인이 내 반복 작업을 이미 해결하는지 살펴보기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Pretendard"/>
              </a:rPr>
              <a:t>커리큘럼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1672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1.  1주차: 프롬프트 잘 쓰는 법 — 역·맥·예·형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2.  2주차: 업무 문서, 마크다운으로 깔끔하게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3.  3주차: 토큰·컨텍스트 아끼기 — 빠르고 싸게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4.  4주차: GPTs·Gem 실전 — 나만의 업무 비서 만들기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5.  5주차: Claude Code 실전 — 설치부터 한국어 명령·Plan Mode까지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6.  6주차: AI 지침과 .md 파일 활용법 — AI에게 사규 만들어주기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7.  7주차: CLAUDE.md와 컨텍스트 — AI에게 '운영 계약서' 쥐여주기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8.  8주차: Hook — '부탁' 대신 '강제'로 거는 자동 가드레일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출처: 이미 AI를 써본 실무자가 '대충 쓰기'에서 '잘 쓰기'를 넘어 '자동화'까지 가는 10주 과정. [Part A · 1~6주] 프롬프트 4기둥·업무 마크다운·토큰 절약 기본기 + GPTs·Gem·Claude Code·.md 지침 도구 실전. [Part B · 7~10주] 클로드 코드를 자동화 엔진으로 — CLAUDE.md(운영 계약서)·Hook(강제 가드레일)·Skill(반복 자동화)·Plugin(패키징·공유)으로 같은 AI를 '제대로 부려 쓰는' 단계까지 끌어올린다.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멋지게 사용하기</dc:title>
  <dc:subject/>
  <dc:creator>AI 교육팀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