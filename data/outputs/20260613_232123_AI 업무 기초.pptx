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retendard"/>
              </a:rPr>
              <a:t>AI 업무 기초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749039"/>
            <a:ext cx="3044952" cy="0"/>
          </a:xfrm>
          <a:prstGeom prst="rect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Pretendard"/>
              </a:rPr>
              <a:t>비개발 실무자를 위한 AI 토대 과정. 도구 지형도부터 마크다운·터미널·Claude Code/Cowork·커스텀 AI·Agent/Hook까지, 6주 동안 'AI와 일하는 법'의 기본기를 잡는다.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6263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  <a:latin typeface="Pretendard"/>
              </a:rPr>
              <a:t>AI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1주차: AI 도구 지형도 &amp; 3대 챗봇 비교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AI 도구를 4가지 종류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ChatGPT·Gemini·Claude의 강점…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업무 상황에 맞는 도구 고르는 기준 세우기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📊 한눈에 보는 지형도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📊 한눈에 비교표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업무에서 쓰는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같은 질문을 3대 챗봇에 던지고 답변 비교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'이 일에는 이 도구' 나만의 선택 기준표 만…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AI 도구를 4가지 종류(채팅형·이미지영상·에이전트형·커스텀)로 분류해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ChatGPT·Gemini·Claude의 강점 차이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업무 상황에 맞는 도구 고르는 기준 세우기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📊 한눈에 보는 지형도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종류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무엇을 하나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대표 도구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채팅형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대화로 답·글 받기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ChatGPT·Gemini·Claude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똑똑한 인턴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이미지·영상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그림·영상 생성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Midjourney·Kling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주문받는 화가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에이전트형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내 컴퓨터에서 직접 작업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Claude Code·Cowork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손발 달린 비서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커스텀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나만의 전용 AI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GPTs·Gem·Skill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전담 직원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📊 한눈에 비교표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Pretendard"/>
                        </a:rPr>
                        <a:t>상황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Pretendard"/>
                        </a:rPr>
                        <a:t>이 AI 써요!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인터넷에서 최신 정보 찾기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🔵 Gemini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이미지 만들기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🔵 Gemini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코딩, 디버깅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🟠 Claude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긴 글 완성도 있게 쓰기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🟠 Claude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창의적 글쓰기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🟠 Claude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빠른 초안, 일상 질문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🟢 ChatGPT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남이 쓴 글 교정·검토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🟢 ChatGPT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업무에서 쓰는(쓸) AI 도구를 4가지 종류로 분류해보기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같은 질문을 3대 챗봇에 던지고 답변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'이 일에는 이 도구' 나만의 선택 기준표 만들기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2주차: 파일·폴더와 마크다운(.md)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파일·폴더·확장자 개념 이해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마크다운 기본 문법 4가지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왜 AI 시대에 마크다운이 '공용어'인지 이해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📂 먼저, 파일과 폴더라는 약속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🔑 "마크다운"과 ".md 파일"은 다릅니다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컴퓨터에서 확장자별 파일 찾아 종류 맞히기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메모장으로 마크다운 문서 한 장 직접 작성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AI에게 받은 답변을 마크다운 그대로 문서에…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파일·폴더·확장자 개념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마크다운 기본 문법 4가지(#, , -, &gt;) 직접 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왜 AI 시대에 마크다운이 '공용어'인지 이해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📂 먼저, 파일과 폴더라는 약속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확장자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종류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.docx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워드 문서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정장 입은 서류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.xlsx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엑셀 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계산기 달린 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.pdf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인쇄용 문서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코팅된 인쇄물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.txt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순수 글자만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메모지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마크다운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메모지 + 간단한 서식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🔑 "마크다운"과 ".md 파일"은 다릅니다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무엇인가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마크다운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서식을 만드는 글쓰기 방식(문법)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글씨를 쓰는 '필기법'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.md 파일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그 마크다운으로 쓴 파일(저장된 결과물)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그 필기법으로 채운 '공책'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컴퓨터에서 확장자별 파일 찾아 종류 맞히기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메모장으로 마크다운 문서 한 장 직접 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AI에게 받은 답변을 마크다운 그대로 문서에 붙여보기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3주차: 터미널이 뭘까 — 검은 화면 두려움 없애기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터미널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기본 명령이 '동사+대상' 구조임을 파악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AI 시대엔 명령을 외우지 않고 한국어로 시킨…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🖱️ 마우스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⌨️ 명령은 이렇게 생겼어요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터미널 열어보고 cd·ls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GUI로 하던 작업을 터미널로 해보고 차이 느…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'터미널에 대한 첫인상' 한 줄 공유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터미널(CLI)과 마우스(GUI)의 차이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기본 명령이 '동사+대상' 구조임을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AI 시대엔 명령을 외우지 않고 한국어로 시킨다는 점 체감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🖱️ 마우스(GUI) vs ⌨️ 터미널(CLI)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GUI (마우스)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CLI (터미널)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방법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아이콘 클릭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글자 명령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장점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쉽고 직관적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빠르고 정밀, 자동화 가능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단점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반복 작업이 번거로움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처음엔 낯섦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사진 메뉴 가리키기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말로 세밀하게 주문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⌨️ 명령은 이렇게 생겼어요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명령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뜻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사람 말로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cd 폴더이름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change directory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"그 폴더로 들어가"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ls (맥) / dir (윈도우)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list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"여기 뭐 있는지 보여줘"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mkdir 이름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make directory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"새 폴더 만들어"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터미널 열어보고 cd·ls(dir) 명령 직접 입력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GUI로 하던 작업을 터미널로 해보고 차이 느끼기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'터미널에 대한 첫인상' 한 줄 공유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4주차: Claude Code &amp; Claude Cowork 입문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채팅형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Claude Code가 내 컴퓨터 파일을 직접…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Claude Code와 Cowork의 성격 차…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🤝 Claude Cowork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'AI가 직접 처리하면 좋을 내 반복 업무'…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Claude Code에 한국어로 작업 요청해보기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Code와 Cowork 중 내 업무에 맞는 쪽…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채팅형(설명)과 에이전트형(직접 실행)의 차이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Claude Code가 내 컴퓨터 파일을 직접 다룬다는 개념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Claude Code와 Cowork의 성격 차이 구분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🤝 Claude Cowork — 옆에서 함께 일하는 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Claude Code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Claude Cowork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무대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터미널(검은 화면)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함께 일하는 협업 공간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느낌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명령하면 처리하는 실행 비서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옆에서 같이 고민하는 동료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잘 맞는 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파일·자동화·개발 작업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자료 검토, 단계적 협업 작업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'AI가 직접 처리하면 좋을 내 반복 업무' 3가지 적기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Claude Code에 한국어로 작업 요청해보기(시연 위주)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Code와 Cowork 중 내 업무에 맞는 쪽 골라보기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5주차: 커스텀 AI 비교 — GPTs·Gem·Cowork·Skill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맞춤 챗봇의 핵심 가치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두 묶음 구분: 맞춤 챗봇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Skill은 커스텀 챗봇이 아니라 'Claud…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🧭 먼저, 헷갈리는 두 묶음을 나눕시다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📊 한눈에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'내 챗봇이 매번 알아줬으면 하는 것' 지시문…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GPTs 또는 Gem으로 간단한 맞춤 챗봇 만…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5개 도구를 '맞춤 챗봇 / Claude 확장…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맞춤 챗봇의 핵심 가치(반복 설명 줄이기)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두 묶음 구분: 맞춤 챗봇(GPTs·Gem) vs Claude 확장(Skill·Agent·Cowork)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Skill은 커스텀 챗봇이 아니라 'Claude에 더하는 공유 가능한 능력·지식 패키지'임을 이해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🧭 먼저, 헷갈리는 두 묶음을 나눕시다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묶음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무엇인가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해당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① 맞춤 챗봇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내 지시·말투를 저장한 나만의 챗봇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GPTs, Gem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② Claude 확장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Claude에 능력·협업을 더하는 도구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Skill, Agent, Cowork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📊 한눈에 비교 (두 묶음으로 구분)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묶음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도구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소속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핵심 성격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맞춤 챗봇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GPTs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ChatGPT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내 지시 저장한 챗봇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교육시킨 알바생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맞춤 챗봇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Gem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Gemini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내 지시 저장한 챗봇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구글 전담 직원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Claude 확장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Claude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더해주는 능력·지식 패키지(공유)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새로 딴 자격증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Claude 확장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Agent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Claude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다단계 자율 처리 일꾼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끝까지 처리하는 실무자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Claude 확장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Cowork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Claude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협업형 동행 작업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함께 만드는 짝꿍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'내 챗봇이 매번 알아줬으면 하는 것' 지시문 초안 작성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GPTs 또는 Gem으로 간단한 맞춤 챗봇 만들어보기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5개 도구를 '맞춤 챗봇 / Claude 확장' 두 묶음으로 직접 분류해보기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6주차: Agent와 Hook — 자동화의 시작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Agent가 목표를 스스로 여러 단계로 처리하…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Hook이 '~할 때 → ~한다' 자동 반응…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업무에서 자동화할 지점을 찾는 '자동화의…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🔗 Agent와 Hook은 어떻게 협력하나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반복 업무 중 Agent에게 통째로 맡길…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'~할 때 자동으로 ~되면 좋겠다' Hook…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6주 과정 회고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Agent가 목표를 스스로 여러 단계로 처리하는 일꾼임을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Hook이 '~할 때 → ~한다' 자동 반응 장치임을 이해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업무에서 자동화할 지점을 찾는 '자동화의 눈' 기르기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🔗 Agent와 Hook은 어떻게 협력하나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개념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한 줄 정의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성격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목표를 스스로 끝까지 처리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심부름 다녀오는 일꾼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능동적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Hook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특정 순간에 자동 실행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자동 센서·타이머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반응적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반복 업무 중 Agent에게 통째로 맡길 일 찾기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'~할 때 자동으로 ~되면 좋겠다' Hook 아이디어 3개 적기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6주 과정 회고 — 가장 쓸모 있던 개념 공유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Pretendard"/>
              </a:rPr>
              <a:t>커리큘럼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1672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1.  1주차: AI 도구 지형도 &amp; 3대 챗봇 비교</a:t>
            </a:r>
          </a:p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2.  2주차: 파일·폴더와 마크다운(.md)</a:t>
            </a:r>
          </a:p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3.  3주차: 터미널이 뭘까 — 검은 화면 두려움 없애기</a:t>
            </a:r>
          </a:p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4.  4주차: Claude Code &amp; Claude Cowork 입문</a:t>
            </a:r>
          </a:p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5.  5주차: 커스텀 AI 비교 — GPTs·Gem·Cowork·Skill</a:t>
            </a:r>
          </a:p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6.  6주차: Agent와 Hook — 자동화의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출처: 비개발 실무자를 위한 AI 토대 과정. 도구 지형도부터 마크다운·터미널·Claude Code/Cowork·커스텀 AI·Agent/Hook까지, 6주 동안 'AI와 일하는 법'의 기본기를 잡는다.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업무 기초</dc:title>
  <dc:subject/>
  <dc:creator>AI 교육팀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